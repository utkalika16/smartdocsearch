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SMART DOCUMENT SEARCH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Data Structures &amp; Algorithms — PBL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Fast, Fuzzy &amp; Explainable Document Retrieval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KMP • Rabin-Karp • Edit Distance • Suffix Array + LCP • Custom Inverted Index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Team: Kavitha Reddy • Ambika Naidu • Utkalika • Divya Sri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Traditional search depends heavily on filenames, exact keywords or manual tags.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Brute-force scanning becomes expensive as the document collection grows.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Users may remember the content but not the filename.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Misspelled or approximate queries can be missed by exact matching.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Goal: use advanced DSA to retrieve and rank relevant documents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Build the search system from the ground up in Java.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Use advanced string-search algorithms for reliable matching.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Handle approximate queries using dynamic programming.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Use suffix structures to add document-similarity evidence.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Build custom indexing and storage structures instead of relying on ready-made collections.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Return ranked and explainable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Semester DSA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Module 2 — String Algorithms: KMP and Rabin-Karp are core retrieval algorithms.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Module 3 — Advanced DP: Levenshtein edit distance handles fuzzy matching.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Module 2 — Suffix Structures: Suffix Array + Kasai LCP provide similarity evidence.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DSA engineering: custom hash table, postings lists, dynamic arrays and linked lists.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Module 5/6 are future extensions: approximation for hard ranking tasks and randomized/parallel acceleration.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Document Loader → Text Normalizer → Custom Inverted Index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                      ↘ Suffix Array + LCP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User Query → Normalize + Tokenize → Matching Algorithms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KMP + Rabin-Karp + Edit Distance + Suffix Similarity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                      ↓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Transparent relevance scoring → Ranking → Preview +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Document Ingestion &amp;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Current runnable scope: .txt documents for a dependency-free DSA engine.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Each document is normalized and tokenized.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Custom hash table maps each term to a postings list of document IDs.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Each document also receives a suffix array and Kasai LCP array.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Adding a document updates both the term index and suffix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KMP — Exact Phrase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Preprocesses the pattern with a failure/prefix function.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Reuses previous matching information after a mismatch.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Search cost is O(n + m).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Used to detect exact query phrases and generate exact-match evidence.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Demo output reports the number of exact phrase occurrences.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Rabin-Karp — Rolling Hash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Computes a rolling hash for the query and text windows.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Uses two modular hashes to reduce collision risk.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Candidate hash matches are verified character-by-character.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Expected running time is O(n + m) under normal hashing assumptions.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Provides an independent string-matching path for the same query.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Edit Distance — Dynamic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Levenshtein distance counts insertions, deletions and substitutions.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DP state represents the minimum edits between prefixes of two strings.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Time complexity: O(nm); memory is reduced to O(m) in the implementation.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Used to tolerate spelling mistakes and approximate wording.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Example: a misspelled query can still produce a relevant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Suffix Array + LCP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Suffix array stores suffix starting positions in lexicographic order.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Implementation uses a practical O(n log² n) iterative ranking approach.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Kasai's algorithm computes the LCP array in O(n).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Binary-search style suffix comparison estimates the longest query prefix found in a document.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This connects document similarity directly to the suffix-structure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10. Relevance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Term coverage: 45 points.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Exact phrase signal: 25 points.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Suffix-prefix similarity: 15 points.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Fuzzy similarity: 15 points.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Additional exact-match boost: 10 points.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Every result displays the evidence used, so ranking is explainable.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11. User Interface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Simple Java Swing interface.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Enter a natural-language query and press Search.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Results are sorted by score.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Each result shows filename, score, term coverage, KMP count, Rabin-Karp count, edit distance and suffix LCP.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 preview snippet makes the match easy to verify.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12. Example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Query: machine learning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Expected: machine_learning.txt appears with strong exact and term-coverage signals.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Query: machine lerning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Expected: fuzzy similarity can still surface the machine-learning report.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Query: graph algorithms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Expected: data_structures.txt and network_flow.txt receive relevance signals.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Use the included sample corpus for a repeatable demonstration.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13. 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Normalization/tokenization: O(n).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KMP: O(n + m).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Rabin-Karp: expected O(n + m).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Levenshtein: O(nm) for compared strings; implementation uses a bounded local window.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Suffix array construction: practical O(n log² n); Kasai LCP: O(n).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Result ranking: O(r²) with custom insertion sort.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14. Why This Is a DSA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The core retrieval decisions are implemented with advanced algorithms, not delegated to a search library.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String algorithms solve exact pattern matching.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Dynamic programming solves approximate matching.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Suffix structures provide a scalable similarity signal.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Custom indexing structures reduce repeated scanning.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Complexity and algorithm trade-offs can be demonstrated during viva.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15. Testing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Unit tests cover KMP, Rabin-Karp, edit distance and suffix-prefix search.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Functional tests cover exact, multi-term and misspelled queries.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Compare against naive O(nm) search as a future benchmark.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Measure query latency, number of documents indexed, result count and ranking quality.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Report implementation status honestly: current prototype indexes TXT; PDF/DOCX/OCR are extension modules.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16.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PDF/DOCX extraction adapters and OCR.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Aho-Corasick for multi-pattern matching.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BM25-style or learned ranking.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Cross-document suffix structures and compressed indexes.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Multilingual tokenization for Indian-language corpora.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Web interface, larger corpus, benchmarking and parallel preprocessing.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Smart Document Search demonstrates how advanced DSA algorithms can solve a practical information-retrieval problem.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The system combines indexing, string matching, dynamic programming, suffix structures and ranking.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The output is fast enough for a classroom-scale corpus and, importantly, explainable.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The project can be extended toward the broader semantic and multi-format methodology described in the literature-review material.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18. Live Demo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 this order during the PBL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F172A"/>
                </a:solidFill>
              </a:defRPr>
            </a:pPr>
            <a:r>
              <a:t>1. Start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javac -d out src/*.java</a:t>
            </a:r>
            <a:br/>
            <a:r>
              <a:t>java -cp out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F172A"/>
                </a:solidFill>
              </a:defRPr>
            </a:pPr>
            <a:r>
              <a:t>2. Exact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F172A"/>
                </a:solidFill>
              </a:defRPr>
            </a:pPr>
            <a:r>
              <a:t>3. Fuzzy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machine lerning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39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F172A"/>
                </a:solidFill>
              </a:defRPr>
            </a:pPr>
            <a:r>
              <a:t>4. DSA Proof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Show score evidence: KMP, RK, edit distance, suffix LCP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520439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F172A"/>
                </a:solidFill>
              </a:defRPr>
            </a:pPr>
            <a:r>
              <a:t>5. Code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Open KMP.java, EditDistance.java, SuffixArray.java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520439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F172A"/>
                </a:solidFill>
              </a:defRPr>
            </a:pPr>
            <a:r>
              <a:t>6. Complexity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Explain O(n+m), O(nm), O(n log²n), O(n)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