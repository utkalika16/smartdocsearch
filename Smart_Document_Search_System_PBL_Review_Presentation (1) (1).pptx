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3" r:id="rId19"/>
    <p:sldId id="284" r:id="rId20"/>
    <p:sldId id="285" r:id="rId21"/>
    <p:sldId id="28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777240"/>
            <a:ext cx="109728" cy="5120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91440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SMART DOCUMENT</a:t>
            </a:r>
            <a:br/>
            <a:r>
              <a:t>SEARCH SYSTEM</a:t>
            </a:r>
          </a:p>
          <a:p>
            <a:pPr>
              <a:defRPr sz="2000">
                <a:solidFill>
                  <a:srgbClr val="BFDBFE"/>
                </a:solidFill>
              </a:defRPr>
            </a:pPr>
            <a:r>
              <a:t>Data Structures &amp; Algorithms — PBL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34640"/>
            <a:ext cx="5362575" cy="17278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700"/>
              </a:spcAft>
              <a:defRPr sz="1900">
                <a:solidFill>
                  <a:srgbClr val="FFFFFF"/>
                </a:solidFill>
              </a:defRPr>
            </a:pPr>
            <a:r>
              <a:t>Fast, Fuzzy &amp; Explainable Document Retrieval</a:t>
            </a:r>
          </a:p>
          <a:p>
            <a:pPr algn="l">
              <a:spcAft>
                <a:spcPts val="700"/>
              </a:spcAft>
              <a:defRPr sz="1600">
                <a:solidFill>
                  <a:srgbClr val="CBD5E1"/>
                </a:solidFill>
              </a:defRPr>
            </a:pPr>
            <a:r>
              <a:t>Team: </a:t>
            </a:r>
            <a:r>
              <a:rPr>
                <a:sym typeface="+mn-ea"/>
              </a:rPr>
              <a:t>Utkalika</a:t>
            </a:r>
            <a:r>
              <a:rPr lang="en-IN">
                <a:sym typeface="+mn-ea"/>
              </a:rPr>
              <a:t> P. C </a:t>
            </a:r>
            <a:r>
              <a:t> • Ambika Naidu • </a:t>
            </a:r>
            <a:r>
              <a:rPr>
                <a:sym typeface="+mn-ea"/>
              </a:rPr>
              <a:t>Kavitha Reddy</a:t>
            </a:r>
            <a:r>
              <a:t> • Divya Sri</a:t>
            </a:r>
          </a:p>
          <a:p>
            <a:pPr algn="l">
              <a:spcAft>
                <a:spcPts val="700"/>
              </a:spcAft>
              <a:defRPr sz="1600">
                <a:solidFill>
                  <a:srgbClr val="CBD5E1"/>
                </a:solidFill>
              </a:defRPr>
            </a:pPr>
            <a:r>
              <a:t>Guide: </a:t>
            </a:r>
            <a:r>
              <a:rPr lang="en-IN"/>
              <a:t>Dr. P. Anitha</a:t>
            </a:r>
          </a:p>
          <a:p>
            <a:pPr algn="l">
              <a:spcAft>
                <a:spcPts val="700"/>
              </a:spcAft>
              <a:defRPr sz="1600">
                <a:solidFill>
                  <a:srgbClr val="CBD5E1"/>
                </a:solidFill>
              </a:defRPr>
            </a:pPr>
            <a:r>
              <a:t>Department: Artificial Intelligence &amp; Data Science</a:t>
            </a:r>
          </a:p>
          <a:p>
            <a:pPr algn="l">
              <a:spcAft>
                <a:spcPts val="700"/>
              </a:spcAft>
              <a:defRPr sz="1600">
                <a:solidFill>
                  <a:srgbClr val="CBD5E1"/>
                </a:solidFill>
              </a:defRPr>
            </a:pPr>
            <a:r>
              <a:t>College: </a:t>
            </a:r>
            <a:r>
              <a:rPr lang="en-IN"/>
              <a:t>KLH UNIVERSITY</a:t>
            </a:r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4135" y="914400"/>
            <a:ext cx="5725160" cy="3475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64008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38074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01368"/>
            <a:ext cx="31089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Users often remember the content of a document rather than its filename. Traditional exact search can miss relevant documents when wording changes or a query contains spelling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23444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234440"/>
            <a:ext cx="64008" cy="4297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38074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Need for the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801368"/>
            <a:ext cx="31089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A classroom-scale retrieval engine is needed to demonstrate how core DSA techniques can work together: indexing, exact string matching, fuzzy matching, suffix structures and transparent ranking.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3444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234440"/>
            <a:ext cx="64008" cy="4297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38074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Project 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801368"/>
            <a:ext cx="31089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The prototype provides ranked, explainable results over a TXT corpus without depending on a ready-made search library. Each result exposes algorithm-level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Traditional search depends heavily on filenames, exact keywords or manual tags.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Brute-force scanning becomes expensive as the document collection grows.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Users may remember content but not the filename.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Misspelled or approximate queries can be missed by exact matching.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Problem addressed: build an explainable retrieval system that combines multiple DSA techniques to find and rank relevant documents.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64008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3807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01368"/>
            <a:ext cx="3063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Build the search engine from the ground up in Java.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3444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234440"/>
            <a:ext cx="64008" cy="18745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3807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1801368"/>
            <a:ext cx="3063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Apply advanced string-search algorithms for reliable matching.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23444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234440"/>
            <a:ext cx="64008" cy="187451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3807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Fuzzy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801368"/>
            <a:ext cx="3063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Use dynamic programming for approximate / misspelled queries.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474720"/>
            <a:ext cx="64008" cy="187451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6210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Similarity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041648"/>
            <a:ext cx="3063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Use suffix structures to add similarity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47472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474720"/>
            <a:ext cx="64008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7" y="36210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7" y="4041648"/>
            <a:ext cx="3063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Build custom indexing and storage structures.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347472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3474720"/>
            <a:ext cx="64008" cy="18745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36210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4041648"/>
            <a:ext cx="3063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Return ranked results and show why each result matched.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971800"/>
                <a:gridCol w="5943600"/>
              </a:tblGrid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Related work / idea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Contribution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Limitation addressed by this project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KMP string matching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Linear-time exact pattern search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Exact matching alone misses spelling variation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Rabin–Karp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Rolling-hash pattern matching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Provides an independent exact-match path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Levenshtein distance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Edit-distance based fuzzy matching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Handles insertions, deletions and substitutions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Suffix array + LCP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Efficient suffix ordering / prefix comparison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Adds similarity evidence beyond exact keywords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Information retrieval systems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Ranking and indexing concepts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Prototype keeps the ranking heuristic transparent and DSA-focused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8978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Key gap: many practical search systems hide the underlying algorithms; this project makes the DSA contribution visible and explainable.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6492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Dependency-free Java prototype for retrieving relevant TXT documents.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Custom inverted index generates candidate relevance signals.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KMP and Rabin-Karp detect exact phrase occurrences.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Levenshtein edit distance provides fuzzy similarity for approximate queries.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Suffix Array + Kasai LCP provides prefix/similarity evidence.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Weighted, transparent relevance scoring ranks results and exposes the evidence behind each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325880"/>
            <a:ext cx="3840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325880"/>
            <a:ext cx="64008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472184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Key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1892807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Explainable ranking: score + term coverage + exact matches + fuzzy similarity + suffix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743200"/>
            <a:ext cx="3840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2743200"/>
            <a:ext cx="64008" cy="1188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2889504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Key 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33101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Algorithm comparison: actual System.nanoTime() measurements across implemented methods.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160520"/>
            <a:ext cx="3840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4160520"/>
            <a:ext cx="64008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4306824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Key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47274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Browser interface for search, comparison, algorithm guide, DP alignment lab and document addition.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14173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Document Files</a:t>
            </a:r>
            <a:br/>
            <a:r>
              <a:t>(.txt)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508760"/>
            <a:ext cx="16459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File Loader +</a:t>
            </a:r>
            <a:br/>
            <a:r>
              <a:t>Text Normalizer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097280"/>
            <a:ext cx="155448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Custom Inverted</a:t>
            </a:r>
            <a:br/>
            <a:r>
              <a:t>Index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2148840"/>
            <a:ext cx="155448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Suffix Array +</a:t>
            </a:r>
            <a:br/>
            <a:r>
              <a:t>Kasai LCP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86200"/>
            <a:ext cx="2057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User Query</a:t>
            </a:r>
            <a:br/>
            <a:r>
              <a:t>Normalize + Tokenize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3657600"/>
            <a:ext cx="24231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Matching Layer</a:t>
            </a:r>
            <a:br/>
            <a:r>
              <a:t>KMP • Rabin-Karp</a:t>
            </a:r>
            <a:br/>
            <a:r>
              <a:t>Edit Distance • Suffix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657600"/>
            <a:ext cx="16916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Transparent</a:t>
            </a:r>
            <a:br/>
            <a:r>
              <a:t>Relevance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657600"/>
            <a:ext cx="141732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Ranking</a:t>
            </a:r>
            <a:br/>
            <a:r>
              <a:t>Insertion Sort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3657600"/>
            <a:ext cx="18288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Explainable Result</a:t>
            </a:r>
            <a:br/>
            <a:r>
              <a:t>Score • Evidence • Preview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1965960"/>
            <a:ext cx="2286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794760" y="1508760"/>
            <a:ext cx="274320" cy="45720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94760" y="1965960"/>
            <a:ext cx="274320" cy="59436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60320" y="434340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94960" y="4343400"/>
            <a:ext cx="5943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4343400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464040" y="4343400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System Architecture — Component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23444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229600"/>
              </a:tblGrid>
              <a:tr h="6286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File Loader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Reads the current TXT corpus and newly added TXT documents.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Text Normalizer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Normalizes and tokenizes document/query text.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Custom Inverted Index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Maps normalized terms to document IDs using custom hash-table/postings structures.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Suffix Array + Kasai LCP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Stores suffix order and LCP evidence per document.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Search Engine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Combines exact, fuzzy and suffix signals.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Ranking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Uses a project-specific weighted score and custom insertion sort.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Web Server / UI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Exposes search, compare, guide, DP lab and add-document workflows.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9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2344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07008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Ingest TXT files from docs/.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50008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Normalize and tokenize document text.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93008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Build the custom inverted index and per-document suffix structures.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6634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636007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Normalize and tokenize the user query.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123444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207008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Generate matching evidence using KMP, Rabin-Karp, edit distance and suffix similarity.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37744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350008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Combine signals using the transparent relevance heuristic.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52044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493008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Rank returned results using insertion sort.</a:t>
            </a:r>
          </a:p>
        </p:txBody>
      </p:sp>
      <p:sp>
        <p:nvSpPr>
          <p:cNvPr id="22" name="Oval 21"/>
          <p:cNvSpPr/>
          <p:nvPr/>
        </p:nvSpPr>
        <p:spPr>
          <a:xfrm>
            <a:off x="6217920" y="466344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636007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Display score, evidence and a preview for verification.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Algorithms / Techniques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577840"/>
                <a:gridCol w="2926080"/>
              </a:tblGrid>
              <a:tr h="61395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Technique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Complexity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Custom Inverted Index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Term → document IDs; candidate retrieval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Expected O(1) per term lookup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KMP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Exact phrase search with failure function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O(n + m)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Rabin-Karp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Rolling-hash phrase matching + verification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Expected O(n + m)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Levenshtein DP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Fuzzy / misspelling similarity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O(nm)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Suffix Array + Kasai LCP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Suffix ordering and prefix similarity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Build O(n log²n) practical; LCP O(n)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Insertion Sort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Ranks returned results by score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O(r²)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Relevance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2057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2563EB"/>
                </a:solidFill>
              </a:defRPr>
            </a:pPr>
            <a:r>
              <a:t>45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t>Term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508760"/>
            <a:ext cx="2057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0EA5E9"/>
                </a:solidFill>
              </a:defRPr>
            </a:pPr>
            <a:r>
              <a:t>25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t>Exact phrase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1508760"/>
            <a:ext cx="2057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D97706"/>
                </a:solidFill>
              </a:defRPr>
            </a:pPr>
            <a:r>
              <a:t>15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t>Suffix-prefix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508760"/>
            <a:ext cx="2057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16A34A"/>
                </a:solidFill>
              </a:defRPr>
            </a:pPr>
            <a:r>
              <a:t>15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t>Fuzzy similarity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508760"/>
            <a:ext cx="2057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DC2626"/>
                </a:solidFill>
              </a:defRPr>
            </a:pPr>
            <a:r>
              <a:t>10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t>Exact-match 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10515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Project-specific heuristic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• Designed for transparent demonstration and evaluation, not claimed as a universal IR metric.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• Fuzzy similarity is computed term-by-term against the closest document token.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• Results expose the signals used, making the ranking explainable during the viva.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Tools &amp;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38074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Programming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0136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Java (JDK 17+). Core implementation is dependency-free and exposes the DSA logic directly.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64008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38074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0136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Java compiler/runtime, file I/O, HTTP server, HTML/CSS/JavaScript browser 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344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234440"/>
            <a:ext cx="64008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38074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Data &amp; 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80136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Seven sample TXT documents covering machine learning, data structures, network flow, renewable energy, database indexing, traffic signals and Japanese notes.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290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429000"/>
            <a:ext cx="64008" cy="182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57530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Hardware 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99592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Any standard development laptop/desktop capable of running JDK 17+ and a modern browser; no special accelerator is required.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4290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42900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57530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Interface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99592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Current project includes a browser UI plus the Java search engine; the original Swing/console scope is also retained in the codebase.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4290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3429000"/>
            <a:ext cx="64008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357530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Implementation 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399592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Runnable ingestion is TXT-based. PDF/DOCX/OCR are explicitly future ingestion adapters, not claimed as implemented.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Implementation — Modules Developed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28930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Core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7099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SearchEngine, DocumentStore, Document, SearchResult, ResultList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430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64008" cy="960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28930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Indexing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17099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HashTable, Postings, StringList, custom dynamic structures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7744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377440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52374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Exact Matching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294436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NaiveSearch, KMP, RabinKarp, ZSearch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37744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377440"/>
            <a:ext cx="64008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252374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Fuzzy 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94436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EditDistance, AlignmentDP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1188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61188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375818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Suffix Structures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17880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SuffixArray + Kasai LCP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61188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611880"/>
            <a:ext cx="64008" cy="960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375818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Multi-pattern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417880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AhoCorasick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463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846320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499262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Benchmarking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541324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BenchmarkService; actual System.nanoTime() comparisons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8463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4846320"/>
            <a:ext cx="64008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499262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Web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541324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WebServer + index/compare/guide/lab/add HTML pages + CSS/JS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Implementation — Working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23444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Load TXT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2286000"/>
            <a:ext cx="210312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47672" y="1828800"/>
            <a:ext cx="1234440" cy="9144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Normalize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82112" y="2286000"/>
            <a:ext cx="210312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92424" y="1828800"/>
            <a:ext cx="1234440" cy="914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Index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26864" y="2286000"/>
            <a:ext cx="210312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37176" y="1828800"/>
            <a:ext cx="1234440" cy="9144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Query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71616" y="2286000"/>
            <a:ext cx="210312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81928" y="1828800"/>
            <a:ext cx="123444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Match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16368" y="2286000"/>
            <a:ext cx="210311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26680" y="1828800"/>
            <a:ext cx="1234440" cy="9144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Score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61120" y="2286000"/>
            <a:ext cx="210312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71432" y="1828800"/>
            <a:ext cx="1234440" cy="914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Rank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05872" y="2286000"/>
            <a:ext cx="210312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616184" y="1828800"/>
            <a:ext cx="123444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337560"/>
            <a:ext cx="10241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Example exact query: “machine learning” → strong term coverage + KMP/Rabin-Karp evidence.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Example fuzzy query: “machine lerning” → Levenshtein similarity keeps the relevant report visible.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Each result shows score, evidence and preview so the user can verify the match.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Results &amp; Screenshots — Search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15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010" y="1153160"/>
            <a:ext cx="5516245" cy="43719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310" y="1466850"/>
            <a:ext cx="5515610" cy="35471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Results &amp; Screenshots — Performance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16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3640" y="1384935"/>
            <a:ext cx="4184650" cy="408813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" y="864870"/>
            <a:ext cx="6103620" cy="51282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1651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80212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Results &amp; Screenshots — </a:t>
            </a:r>
            <a:r>
              <a:rPr lang="en-IN"/>
              <a:t>ALGORITHM GUIDE</a:t>
            </a:r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17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220" y="889635"/>
            <a:ext cx="5273040" cy="53111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1651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499808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Results &amp; Screenshots — </a:t>
            </a:r>
            <a:r>
              <a:rPr lang="en-IN"/>
              <a:t>DP LAB</a:t>
            </a:r>
            <a:endParaRPr lang="en-IN"/>
          </a:p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17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35" y="1017905"/>
            <a:ext cx="7653655" cy="46418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1651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706247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Results &amp; Screenshots — </a:t>
            </a:r>
            <a:r>
              <a:rPr lang="en-IN"/>
              <a:t>DOCUMENT ADDING</a:t>
            </a:r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17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530" y="1281430"/>
            <a:ext cx="7390130" cy="40576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1651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276340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Results &amp; Screenshots — </a:t>
            </a:r>
            <a:r>
              <a:rPr lang="en-IN"/>
              <a:t>DOC ANALYZER</a:t>
            </a:r>
            <a:endParaRPr lang="en-IN"/>
          </a:p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17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855" y="1752600"/>
            <a:ext cx="3511550" cy="35325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455" y="1752600"/>
            <a:ext cx="3523615" cy="33997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120" y="1663065"/>
            <a:ext cx="4113530" cy="39941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Performance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530352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Query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Observed top result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Observation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machine learning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machine_learning.txt — 110.00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Exact term coverage and phrase signals dominate.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machine lerning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machine_learning.txt — 46.56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Fuzzy matching surfaces the intended document despite the typo.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graph algorithms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data_structures.txt — 110.00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Both query terms are covered with exact phrase evidence.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database indexing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database_indexing.txt — 110.00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Exact query strongly identifies the target report.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traffic signal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traffic_signal.txt — 110.00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Exact domain phrase produces the strongest relevance.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Testing — Test Cases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43000"/>
          <a:ext cx="112471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7132320"/>
              </a:tblGrid>
              <a:tr h="6858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case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/ observed result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Exact phrase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machine learning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machine_learning.txt ranked first; KMP ×3 and Rabin-Karp ×3.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Multi-term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graph algorithms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data_structures.txt ranked first with 2/2 term coverage.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Misspelling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machine lerning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machine_learning.txt still surfaced through fuzzy similarity.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Indexing concept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database indexing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database_indexing.txt ranked first.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Controller concept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traffic signal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traffic_signal.txt ranked first.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Unit tests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KMP / RK / Edit Distance / Suffix Array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Covered by TestAlgorithms.java.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Explainable retrieval — users can see why a document was ranked.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Handles both exact and approximate queries.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Demonstrates multiple DSA concepts in one practical application.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Custom indexing reduces repeated full-document scanning for term candidates.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Algorithm comparison makes time/quality trade-offs measurable.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Dependency-free core is easy to compile, inspect and demonstrate in a viva.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097280"/>
            <a:ext cx="64008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43584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Academic repositories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664207"/>
            <a:ext cx="1033271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Find reports, notes and project documents by remembered content.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84832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084832"/>
            <a:ext cx="64008" cy="7498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231136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Knowledge bases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651760"/>
            <a:ext cx="1033271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Retrieve internal technical notes when exact wording is unknown.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72384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072384"/>
            <a:ext cx="64008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218688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Document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639312"/>
            <a:ext cx="1033271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Locate TXT-based records without depending on filenames.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59936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059936"/>
            <a:ext cx="64008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206240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Learning platforms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626864"/>
            <a:ext cx="1033271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Demonstrate how exact and fuzzy retrieval behave on educational content.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47488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047488"/>
            <a:ext cx="64008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193792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Prototype IR 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614416"/>
            <a:ext cx="1033271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Serve as a transparent DSA-oriented baseline before adding larger search stacks.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Challenges Faced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2344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746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Challenge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How the project addresses it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Balancing multiple matching signals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Uses a transparent weighted score and exposes each component.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Approximate wording / typos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Levenshtein DP adds fuzzy evidence rather than relying only on exact matches.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Keeping DSA contribution visible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Core algorithms are implemented directly in Java instead of hidden behind a search library.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Performance comparison noise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BenchmarkService repeats measurements and reports actual System.nanoTime() values.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Scope vs. dependencies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Current runnable ingestion stays TXT-only so the DSA core remains dependency-free.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PDF/DOCX extraction adapters and OCR for broader document ingestion.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Aho-Corasick for efficient multi-pattern queries in the retrieval pipeline.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BM25-style or learned ranking for more mature information retrieval.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Cross-document suffix structures and compressed postings/indexes.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Multilingual tokenization for Indian-language and mixed-language corpora.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Web interface, larger corpus, benchmarking and parallel preprocessing.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Smart Document Search demonstrates how advanced DSA algorithms can solve a practical information-retrieval problem.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The system combines indexing, string matching, dynamic programming, suffix structures and ranking.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The output is fast enough for a classroom-scale corpus and, importantly, explainable.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The project provides a strong foundation for multi-format ingestion, multilingual search, richer ranking and larger-scale benchmarking.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Knuth, D. E., Morris, J. H., &amp; Pratt, V. R. (1977). Fast pattern matching in strings. SIAM Journal on Computing, 6(2), 323–350.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Rabin, M. O., &amp; Karp, R. M. (1987). Efficient randomized pattern-matching algorithms. IBM Journal of Research and Development, 31(2), 249–260.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Levenshtein, V. I. (1966). Binary codes capable of correcting deletions, insertions, and reversals of digits. Soviet Physics Doklady, 10, 707–710.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Kasai, T., Lee, G., Arimura, H., Arikawa, S., &amp; Park, K. (2001). Linear-time longest-common-prefix computation in suffix arrays. CPM 2001.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Oracle. Java SE Documentation — Java Platform Standard Edition. https://docs.oracle.com/en/java/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Project source files and documentation: Smart_Document_Search_System_PBL_Report.docx, README.md, and source code in the attached project archive.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33172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563EB"/>
                </a:solidFill>
              </a:defRPr>
            </a:pPr>
            <a:r>
              <a:t>Smart Document Search System</a:t>
            </a:r>
          </a:p>
          <a:p>
            <a:pPr algn="ctr">
              <a:defRPr sz="1800">
                <a:solidFill>
                  <a:srgbClr val="475569"/>
                </a:solidFill>
              </a:defRPr>
            </a:pPr>
            <a:r>
              <a:t>Fast • Fuzzy • Explainable • DSA-driven</a:t>
            </a:r>
          </a:p>
          <a:p>
            <a:pPr algn="ctr">
              <a:defRPr sz="1600">
                <a:solidFill>
                  <a:srgbClr val="475569"/>
                </a:solidFill>
              </a:defRPr>
            </a:pPr>
            <a:r>
              <a:t>PBL Review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12813</Words>
  <Application>WPS Presentation</Application>
  <PresentationFormat>On-screen Show (4:3)</PresentationFormat>
  <Paragraphs>642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Arial</vt:lpstr>
      <vt:lpstr>SimSun</vt:lpstr>
      <vt:lpstr>Wingdings</vt:lpstr>
      <vt:lpstr>Arial</vt:lpstr>
      <vt:lpstr>Aptos Display</vt:lpstr>
      <vt:lpstr>Segoe UI Variable Display</vt:lpstr>
      <vt:lpstr>Aptos</vt:lpstr>
      <vt:lpstr>Calibri</vt:lpstr>
      <vt:lpstr>Microsoft YaHei</vt:lpstr>
      <vt:lpstr>Arial Unicode MS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Utkalika Champati</cp:lastModifiedBy>
  <cp:revision>3</cp:revision>
  <dcterms:created xsi:type="dcterms:W3CDTF">2013-01-27T09:14:00Z</dcterms:created>
  <dcterms:modified xsi:type="dcterms:W3CDTF">2026-10-09T16:13:18Z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51198497B8A14DD2BDB7A2DEA6E8ED1A_13</vt:lpwstr>
  </property>
</Properties>
</file>